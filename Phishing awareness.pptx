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5D4FA-7CA2-365A-922D-A48994D932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odoni MT Black" panose="02070A03080606020203" pitchFamily="18" charset="0"/>
              </a:rPr>
              <a:t>Phishing awareness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95B45-BED3-ADA0-117B-75295A48D4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Bahnschrift SemiBold SemiConden" panose="020B0502040204020203" pitchFamily="34" charset="0"/>
              </a:rPr>
              <a:t>DHARICK AJEES</a:t>
            </a:r>
          </a:p>
        </p:txBody>
      </p:sp>
    </p:spTree>
    <p:extLst>
      <p:ext uri="{BB962C8B-B14F-4D97-AF65-F5344CB8AC3E}">
        <p14:creationId xmlns:p14="http://schemas.microsoft.com/office/powerpoint/2010/main" val="2784611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AD2BC-B0A4-7445-B282-FCD2E054B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>
                <a:latin typeface="Britannic Bold" panose="020B0903060703020204" pitchFamily="34" charset="0"/>
              </a:rPr>
              <a:t>phishing</a:t>
            </a:r>
            <a:r>
              <a:rPr lang="en-US" dirty="0"/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6A221-1881-DBA0-313F-FC5F88C34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Phishing is basically online scamming with confidence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simple word , </a:t>
            </a:r>
          </a:p>
          <a:p>
            <a:pPr marL="0" indent="0">
              <a:buNone/>
            </a:pPr>
            <a:r>
              <a:rPr lang="en-US" dirty="0"/>
              <a:t>                phishing = tricking you into giving personal information</a:t>
            </a:r>
          </a:p>
          <a:p>
            <a:pPr marL="0" indent="0">
              <a:buNone/>
            </a:pPr>
            <a:r>
              <a:rPr lang="en-US" dirty="0"/>
              <a:t>Like password ,bank details ,</a:t>
            </a:r>
            <a:r>
              <a:rPr lang="en-US" dirty="0" err="1"/>
              <a:t>otp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1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ABE40-C8AE-D490-8434-0854FCF71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</a:t>
            </a:r>
            <a:r>
              <a:rPr lang="en-US" dirty="0" err="1"/>
              <a:t>usally</a:t>
            </a:r>
            <a:r>
              <a:rPr lang="en-US" dirty="0"/>
              <a:t> work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57E3A-3EC6-B111-DFE3-364D89701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send</a:t>
            </a:r>
          </a:p>
          <a:p>
            <a:r>
              <a:rPr lang="en-US" dirty="0"/>
              <a:t>             fake emails</a:t>
            </a:r>
          </a:p>
          <a:p>
            <a:r>
              <a:rPr lang="en-US" dirty="0"/>
              <a:t>             suspicious  SMS	</a:t>
            </a:r>
          </a:p>
          <a:p>
            <a:r>
              <a:rPr lang="en-US" dirty="0"/>
              <a:t>             </a:t>
            </a:r>
            <a:r>
              <a:rPr lang="en-US" dirty="0" err="1"/>
              <a:t>Whatsapp</a:t>
            </a:r>
            <a:r>
              <a:rPr lang="en-US" dirty="0"/>
              <a:t> / </a:t>
            </a:r>
            <a:r>
              <a:rPr lang="en-US" dirty="0" err="1"/>
              <a:t>insta</a:t>
            </a:r>
            <a:r>
              <a:rPr lang="en-US" dirty="0"/>
              <a:t> Msg</a:t>
            </a:r>
          </a:p>
          <a:p>
            <a:r>
              <a:rPr lang="en-US" dirty="0"/>
              <a:t>             fake website </a:t>
            </a:r>
          </a:p>
          <a:p>
            <a:r>
              <a:rPr lang="en-US" dirty="0"/>
              <a:t>             friends shared links</a:t>
            </a:r>
          </a:p>
        </p:txBody>
      </p:sp>
    </p:spTree>
    <p:extLst>
      <p:ext uri="{BB962C8B-B14F-4D97-AF65-F5344CB8AC3E}">
        <p14:creationId xmlns:p14="http://schemas.microsoft.com/office/powerpoint/2010/main" val="2277325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BF27-CD5E-3C0F-9283-DFEA2CB7A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Phishing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8366E-2A2D-81AA-B34D-68F7CF779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Unusual login detected Reset your password</a:t>
            </a:r>
          </a:p>
          <a:p>
            <a:r>
              <a:rPr lang="en-US" dirty="0"/>
              <a:t>Congratulation ! You won lucky draw claim now !</a:t>
            </a:r>
          </a:p>
          <a:p>
            <a:r>
              <a:rPr lang="en-US" dirty="0"/>
              <a:t>Fake internship / fake job post</a:t>
            </a:r>
          </a:p>
          <a:p>
            <a:r>
              <a:rPr lang="en-US" dirty="0"/>
              <a:t>Free item given by brands like amazon </a:t>
            </a:r>
            <a:r>
              <a:rPr lang="en-US" dirty="0" err="1"/>
              <a:t>jio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Your bank account will be blocked </a:t>
            </a:r>
          </a:p>
          <a:p>
            <a:r>
              <a:rPr lang="en-US" dirty="0" err="1"/>
              <a:t>Etc</a:t>
            </a:r>
            <a:r>
              <a:rPr lang="en-US" dirty="0"/>
              <a:t>…..</a:t>
            </a:r>
          </a:p>
        </p:txBody>
      </p:sp>
    </p:spTree>
    <p:extLst>
      <p:ext uri="{BB962C8B-B14F-4D97-AF65-F5344CB8AC3E}">
        <p14:creationId xmlns:p14="http://schemas.microsoft.com/office/powerpoint/2010/main" val="2377370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DE73-CEC7-31B2-BDDA-2D13126C2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8FB6C-111B-69B7-13B3-F2E1B9AA6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      email phishing</a:t>
            </a:r>
          </a:p>
          <a:p>
            <a:r>
              <a:rPr lang="en-US" dirty="0"/>
              <a:t>         spear phishing</a:t>
            </a:r>
          </a:p>
          <a:p>
            <a:r>
              <a:rPr lang="en-US" dirty="0"/>
              <a:t>         smishing</a:t>
            </a:r>
          </a:p>
          <a:p>
            <a:r>
              <a:rPr lang="en-US" dirty="0"/>
              <a:t>         vishing</a:t>
            </a:r>
          </a:p>
          <a:p>
            <a:r>
              <a:rPr lang="en-US" dirty="0"/>
              <a:t>         fake login page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55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CE919-4240-53F2-F3FE-FF7EF6BC6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stay safe from 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AACE7-363F-F72D-2C11-19E6B892D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Never click suspicious and random links</a:t>
            </a:r>
          </a:p>
          <a:p>
            <a:r>
              <a:rPr lang="en-US" dirty="0"/>
              <a:t>Check </a:t>
            </a:r>
            <a:r>
              <a:rPr lang="en-US" dirty="0" err="1"/>
              <a:t>url</a:t>
            </a:r>
            <a:r>
              <a:rPr lang="en-US" dirty="0"/>
              <a:t> carefully </a:t>
            </a:r>
          </a:p>
          <a:p>
            <a:r>
              <a:rPr lang="en-US" dirty="0"/>
              <a:t>Never share any </a:t>
            </a:r>
            <a:r>
              <a:rPr lang="en-US" dirty="0" err="1"/>
              <a:t>otp</a:t>
            </a:r>
            <a:r>
              <a:rPr lang="en-US" dirty="0"/>
              <a:t> without concern</a:t>
            </a:r>
          </a:p>
          <a:p>
            <a:r>
              <a:rPr lang="en-US" dirty="0"/>
              <a:t>Always enable 2FA everywhere</a:t>
            </a:r>
          </a:p>
          <a:p>
            <a:r>
              <a:rPr lang="en-US" dirty="0"/>
              <a:t>Always check is legit are scam</a:t>
            </a:r>
          </a:p>
          <a:p>
            <a:r>
              <a:rPr lang="en-US" dirty="0"/>
              <a:t>Use </a:t>
            </a:r>
            <a:r>
              <a:rPr lang="en-US" dirty="0" err="1"/>
              <a:t>virustotal</a:t>
            </a:r>
            <a:r>
              <a:rPr lang="en-US" dirty="0"/>
              <a:t> tool </a:t>
            </a:r>
          </a:p>
        </p:txBody>
      </p:sp>
    </p:spTree>
    <p:extLst>
      <p:ext uri="{BB962C8B-B14F-4D97-AF65-F5344CB8AC3E}">
        <p14:creationId xmlns:p14="http://schemas.microsoft.com/office/powerpoint/2010/main" val="966014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EFD51-C12F-83FF-CFBA-714F4AAC4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BA160-B647-688D-8CD9-C109E963F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Fake </a:t>
            </a:r>
            <a:r>
              <a:rPr lang="en-US" dirty="0" err="1"/>
              <a:t>deleivery</a:t>
            </a:r>
            <a:r>
              <a:rPr lang="en-US" dirty="0"/>
              <a:t> Message</a:t>
            </a:r>
          </a:p>
          <a:p>
            <a:pPr marL="0" indent="0">
              <a:buNone/>
            </a:pPr>
            <a:r>
              <a:rPr lang="en-US" dirty="0"/>
              <a:t>Your package is on hold pay Rs 100 for delivery fee</a:t>
            </a:r>
          </a:p>
          <a:p>
            <a:pPr marL="0" indent="0">
              <a:buNone/>
            </a:pPr>
            <a:r>
              <a:rPr lang="en-US" dirty="0"/>
              <a:t>     if its ask pay online ,never share any bank details in internet / any website</a:t>
            </a:r>
          </a:p>
          <a:p>
            <a:pPr marL="0" indent="0">
              <a:buNone/>
            </a:pPr>
            <a:r>
              <a:rPr lang="en-US" dirty="0"/>
              <a:t>Without knowing and also don’t share any bank </a:t>
            </a:r>
            <a:r>
              <a:rPr lang="en-US" dirty="0" err="1"/>
              <a:t>realeated</a:t>
            </a:r>
            <a:r>
              <a:rPr lang="en-US" dirty="0"/>
              <a:t> OTPs </a:t>
            </a:r>
          </a:p>
          <a:p>
            <a:pPr marL="0" indent="0">
              <a:buNone/>
            </a:pPr>
            <a:r>
              <a:rPr lang="en-US" dirty="0"/>
              <a:t>   because FAKE SITE steals your card details </a:t>
            </a:r>
          </a:p>
        </p:txBody>
      </p:sp>
    </p:spTree>
    <p:extLst>
      <p:ext uri="{BB962C8B-B14F-4D97-AF65-F5344CB8AC3E}">
        <p14:creationId xmlns:p14="http://schemas.microsoft.com/office/powerpoint/2010/main" val="241491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ECE18-7581-E2D2-7D45-2909EFB16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BCDF2-EE63-CDBF-5980-74821E8E1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Social engineering is when attacker hack the human , not the computer</a:t>
            </a:r>
          </a:p>
          <a:p>
            <a:r>
              <a:rPr lang="en-US" dirty="0"/>
              <a:t> because human are :</a:t>
            </a:r>
          </a:p>
          <a:p>
            <a:r>
              <a:rPr lang="en-US" dirty="0"/>
              <a:t>     curious , trusting , scared </a:t>
            </a:r>
          </a:p>
          <a:p>
            <a:r>
              <a:rPr lang="en-US" dirty="0"/>
              <a:t>     attacker use human emotions to get the details by them self </a:t>
            </a:r>
          </a:p>
          <a:p>
            <a:r>
              <a:rPr lang="en-US" dirty="0"/>
              <a:t>Many scam call are coming now a days be caution !</a:t>
            </a:r>
          </a:p>
        </p:txBody>
      </p:sp>
    </p:spTree>
    <p:extLst>
      <p:ext uri="{BB962C8B-B14F-4D97-AF65-F5344CB8AC3E}">
        <p14:creationId xmlns:p14="http://schemas.microsoft.com/office/powerpoint/2010/main" val="8503668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40</TotalTime>
  <Words>255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Bahnschrift SemiBold SemiConden</vt:lpstr>
      <vt:lpstr>Bodoni MT Black</vt:lpstr>
      <vt:lpstr>Bookman Old Style</vt:lpstr>
      <vt:lpstr>Britannic Bold</vt:lpstr>
      <vt:lpstr>Rockwell</vt:lpstr>
      <vt:lpstr>Damask</vt:lpstr>
      <vt:lpstr>Phishing awareness</vt:lpstr>
      <vt:lpstr>What is phishing ?</vt:lpstr>
      <vt:lpstr>How it usally work it</vt:lpstr>
      <vt:lpstr>Phishing examples</vt:lpstr>
      <vt:lpstr>Types of phishing</vt:lpstr>
      <vt:lpstr>How to stay safe from phishing</vt:lpstr>
      <vt:lpstr>Real world phishing</vt:lpstr>
      <vt:lpstr>SOCIAL ENGINEERING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</dc:title>
  <dc:creator>dharick ajees</dc:creator>
  <cp:lastModifiedBy>dharick ajees</cp:lastModifiedBy>
  <cp:revision>2</cp:revision>
  <dcterms:created xsi:type="dcterms:W3CDTF">2026-01-10T16:45:29Z</dcterms:created>
  <dcterms:modified xsi:type="dcterms:W3CDTF">2026-01-11T12:20:42Z</dcterms:modified>
</cp:coreProperties>
</file>